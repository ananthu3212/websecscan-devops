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38"/>
    <p:restoredTop sz="94686"/>
  </p:normalViewPr>
  <p:slideViewPr>
    <p:cSldViewPr snapToGrid="0">
      <p:cViewPr varScale="1">
        <p:scale>
          <a:sx n="89" d="100"/>
          <a:sy n="89" d="100"/>
        </p:scale>
        <p:origin x="9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462AB1-2630-A58B-42EE-7C6D88571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715953"/>
            <a:ext cx="9448800" cy="1825096"/>
          </a:xfrm>
        </p:spPr>
        <p:txBody>
          <a:bodyPr>
            <a:normAutofit fontScale="90000"/>
          </a:bodyPr>
          <a:lstStyle/>
          <a:p>
            <a:pPr algn="ctr"/>
            <a:r>
              <a:rPr lang="de-DE" sz="7300" dirty="0"/>
              <a:t>websecscan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D2CB5E0-E055-D32C-B9B3-0028C8020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385" y="2942701"/>
            <a:ext cx="9448800" cy="685800"/>
          </a:xfrm>
        </p:spPr>
        <p:txBody>
          <a:bodyPr/>
          <a:lstStyle/>
          <a:p>
            <a:pPr algn="ctr"/>
            <a:r>
              <a:rPr lang="de-DE" b="1" dirty="0"/>
              <a:t>Sprint 3 – Fortschritt und Ergebnisse</a:t>
            </a:r>
          </a:p>
        </p:txBody>
      </p:sp>
    </p:spTree>
    <p:extLst>
      <p:ext uri="{BB962C8B-B14F-4D97-AF65-F5344CB8AC3E}">
        <p14:creationId xmlns:p14="http://schemas.microsoft.com/office/powerpoint/2010/main" val="17149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C37713-15DC-D6E8-0739-F00E089E7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152938"/>
            <a:ext cx="7822096" cy="1041621"/>
          </a:xfrm>
        </p:spPr>
        <p:txBody>
          <a:bodyPr>
            <a:normAutofit/>
          </a:bodyPr>
          <a:lstStyle/>
          <a:p>
            <a:pPr algn="l"/>
            <a:r>
              <a:rPr lang="de-DE" sz="3600" dirty="0">
                <a:solidFill>
                  <a:schemeClr val="accent2">
                    <a:lumMod val="75000"/>
                  </a:schemeClr>
                </a:solidFill>
              </a:rPr>
              <a:t>Sprint-Ziele :</a:t>
            </a:r>
            <a:endParaRPr lang="de-DE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1302A4-5616-14C4-7A90-6C372A5BC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20624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de-DE" sz="2000" b="1" dirty="0"/>
              <a:t>Docker-Migration von App und Tools</a:t>
            </a:r>
            <a:r>
              <a:rPr lang="de-DE" sz="2000" dirty="0"/>
              <a:t>: Integration bestehender Tools wie OWASP ZAP, WhatWeb, Nmap und Nikto in Docker-Container.</a:t>
            </a:r>
          </a:p>
          <a:p>
            <a:pPr>
              <a:lnSpc>
                <a:spcPct val="150000"/>
              </a:lnSpc>
            </a:pPr>
            <a:r>
              <a:rPr lang="de-DE" sz="2000" b="1" dirty="0"/>
              <a:t>Orchestrierung der Sicherheitstools</a:t>
            </a:r>
            <a:r>
              <a:rPr lang="de-DE" sz="2000" dirty="0"/>
              <a:t>: Ein konsistenter Fullscan-Prozess, der mehrere Sicherheitstools in einem Durchlauf koordiniert.</a:t>
            </a:r>
          </a:p>
          <a:p>
            <a:pPr>
              <a:lnSpc>
                <a:spcPct val="150000"/>
              </a:lnSpc>
            </a:pPr>
            <a:r>
              <a:rPr lang="de-DE" sz="2000" b="1" dirty="0"/>
              <a:t>Nikto als viertes Tool</a:t>
            </a:r>
            <a:r>
              <a:rPr lang="de-DE" sz="2000" dirty="0"/>
              <a:t>: </a:t>
            </a:r>
            <a:r>
              <a:rPr lang="de-DE" sz="2000" b="1" dirty="0"/>
              <a:t>Nikto</a:t>
            </a:r>
            <a:r>
              <a:rPr lang="de-DE" sz="2000" dirty="0"/>
              <a:t> als viertes Sicherheitstool wurde hinzugefügt und erfolgreich integriert.</a:t>
            </a:r>
          </a:p>
          <a:p>
            <a:pPr>
              <a:lnSpc>
                <a:spcPct val="150000"/>
              </a:lnSpc>
            </a:pPr>
            <a:r>
              <a:rPr lang="de-DE" sz="2000" b="1" dirty="0"/>
              <a:t>Reporting-Recherche</a:t>
            </a:r>
            <a:r>
              <a:rPr lang="de-DE" sz="2000" dirty="0"/>
              <a:t>: Technologien und Tools für automatisierte Report-Erstellung evaluieren.</a:t>
            </a:r>
          </a:p>
          <a:p>
            <a:pPr>
              <a:lnSpc>
                <a:spcPct val="150000"/>
              </a:lnSpc>
            </a:pPr>
            <a:r>
              <a:rPr lang="de-DE" sz="2000" b="1" dirty="0"/>
              <a:t>Datenbasis aufbauen</a:t>
            </a:r>
            <a:r>
              <a:rPr lang="de-DE" sz="2000" dirty="0"/>
              <a:t>: Frühe Datensammlung für die spätere Reporting-Entscheidung.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883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6D96E3-9445-597F-281A-84886497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153781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de-DE" sz="3600" dirty="0">
                <a:solidFill>
                  <a:schemeClr val="accent2">
                    <a:lumMod val="75000"/>
                  </a:schemeClr>
                </a:solidFill>
              </a:rPr>
              <a:t>Fortschritt im Sprint 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86FC39-6FC7-F42B-AB36-20227AC12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46809"/>
            <a:ext cx="10714512" cy="4024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b="1" dirty="0"/>
              <a:t>Docker-Integration für alle Tools und das Frontend</a:t>
            </a:r>
            <a:br>
              <a:rPr lang="de-DE" b="1" dirty="0"/>
            </a:br>
            <a:r>
              <a:rPr lang="de-DE" dirty="0"/>
              <a:t>Alle Tools (Nmap, WhatWeb, Nikto, ZAP) sowie das Frontend wurden in Docker-Container integriert. Dies sichert eine einheitliche Umgebung für alle Komponenten.</a:t>
            </a:r>
          </a:p>
        </p:txBody>
      </p:sp>
    </p:spTree>
    <p:extLst>
      <p:ext uri="{BB962C8B-B14F-4D97-AF65-F5344CB8AC3E}">
        <p14:creationId xmlns:p14="http://schemas.microsoft.com/office/powerpoint/2010/main" val="4004607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917A77-BCB9-A4EA-EB5E-A8A45FEBA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178" y="2135606"/>
            <a:ext cx="11213275" cy="47223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/>
              <a:t>Orchestrierung der Tools und History-Page im Frontend</a:t>
            </a:r>
            <a:br>
              <a:rPr lang="de-DE" dirty="0"/>
            </a:br>
            <a:r>
              <a:rPr lang="de-DE" dirty="0"/>
              <a:t>Nachdem Docker-Container für alle Tools eingerichtet waren, wurde ein </a:t>
            </a:r>
            <a:r>
              <a:rPr lang="de-DE" b="1" dirty="0"/>
              <a:t>API-Endpunkt</a:t>
            </a:r>
            <a:r>
              <a:rPr lang="de-DE" dirty="0"/>
              <a:t> für die </a:t>
            </a:r>
            <a:r>
              <a:rPr lang="de-DE" b="1" dirty="0"/>
              <a:t>History-Page</a:t>
            </a:r>
            <a:r>
              <a:rPr lang="de-DE" dirty="0"/>
              <a:t> im Frontend implementiert. </a:t>
            </a:r>
          </a:p>
          <a:p>
            <a:pPr>
              <a:lnSpc>
                <a:spcPct val="150000"/>
              </a:lnSpc>
            </a:pPr>
            <a:r>
              <a:rPr lang="de-DE" b="1" dirty="0"/>
              <a:t>Datenbank Docker </a:t>
            </a:r>
            <a:r>
              <a:rPr lang="de-DE" b="1" dirty="0" err="1"/>
              <a:t>container</a:t>
            </a:r>
            <a:r>
              <a:rPr lang="de-DE" b="1" dirty="0"/>
              <a:t> und API </a:t>
            </a:r>
            <a:r>
              <a:rPr lang="de-DE" b="1" dirty="0" err="1"/>
              <a:t>Endpoint</a:t>
            </a:r>
            <a:endParaRPr lang="de-DE" b="1" dirty="0"/>
          </a:p>
          <a:p>
            <a:pPr marL="0" indent="0">
              <a:lnSpc>
                <a:spcPct val="150000"/>
              </a:lnSpc>
              <a:buNone/>
            </a:pPr>
            <a:r>
              <a:rPr lang="de-DE" dirty="0"/>
              <a:t>Es wurde die Datenbank in einem </a:t>
            </a:r>
            <a:r>
              <a:rPr lang="de-DE" dirty="0" err="1"/>
              <a:t>Dokcker</a:t>
            </a:r>
            <a:r>
              <a:rPr lang="de-DE" dirty="0"/>
              <a:t> </a:t>
            </a:r>
            <a:r>
              <a:rPr lang="de-DE" dirty="0" err="1"/>
              <a:t>container</a:t>
            </a:r>
            <a:r>
              <a:rPr lang="de-DE" dirty="0"/>
              <a:t> implementiert und mit einem API </a:t>
            </a:r>
            <a:r>
              <a:rPr lang="de-DE" dirty="0" err="1"/>
              <a:t>Endpoint</a:t>
            </a:r>
            <a:r>
              <a:rPr lang="de-DE" dirty="0"/>
              <a:t> für die </a:t>
            </a:r>
            <a:r>
              <a:rPr lang="de-DE" dirty="0" err="1"/>
              <a:t>History</a:t>
            </a:r>
            <a:r>
              <a:rPr lang="de-DE" dirty="0"/>
              <a:t> Page angefangen</a:t>
            </a:r>
          </a:p>
        </p:txBody>
      </p:sp>
    </p:spTree>
    <p:extLst>
      <p:ext uri="{BB962C8B-B14F-4D97-AF65-F5344CB8AC3E}">
        <p14:creationId xmlns:p14="http://schemas.microsoft.com/office/powerpoint/2010/main" val="1138788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C781D8-E944-70A4-5C9B-5C6657156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62051"/>
            <a:ext cx="10820400" cy="40241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/>
              <a:t>Multithreading für Performance-Optimierung</a:t>
            </a:r>
            <a:br>
              <a:rPr lang="de-DE" dirty="0"/>
            </a:br>
            <a:r>
              <a:rPr lang="de-DE" dirty="0"/>
              <a:t>Mit der Docker-Integration und der History-Page als Grundlage, wurde Multithreading eingeführt, um die Scan-Geschwindigkeit deutlich zu steigern und die Performance zu verbessern.</a:t>
            </a:r>
          </a:p>
        </p:txBody>
      </p:sp>
    </p:spTree>
    <p:extLst>
      <p:ext uri="{BB962C8B-B14F-4D97-AF65-F5344CB8AC3E}">
        <p14:creationId xmlns:p14="http://schemas.microsoft.com/office/powerpoint/2010/main" val="236583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29B625-295C-C5E4-71AE-1FC9FC077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95716"/>
            <a:ext cx="10820400" cy="47367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/>
              <a:t>Datenbankstruktur und Report-Erstellung</a:t>
            </a:r>
            <a:br>
              <a:rPr lang="de-DE" dirty="0"/>
            </a:br>
            <a:r>
              <a:rPr lang="de-DE" dirty="0"/>
              <a:t>Eine zentrale Datenbank für alle Tools wurde implementiert. Zudem wurden strukturierte Reports für Nikto, WhatWeb und Nmap erstellt, um die gesammelten Daten zu konsolidieren.</a:t>
            </a:r>
          </a:p>
        </p:txBody>
      </p:sp>
    </p:spTree>
    <p:extLst>
      <p:ext uri="{BB962C8B-B14F-4D97-AF65-F5344CB8AC3E}">
        <p14:creationId xmlns:p14="http://schemas.microsoft.com/office/powerpoint/2010/main" val="207143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A233E3-BF2C-2904-1CE9-1D4800743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10" y="1532408"/>
            <a:ext cx="10570780" cy="447425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/>
              <a:t>Visualisierung der Datenbankarchitektur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de-DE" dirty="0"/>
            </a:br>
            <a:r>
              <a:rPr lang="de-DE" dirty="0"/>
              <a:t>Die Architektur der Datenbank wurde mit DrawSQL visualisiert, um die Beziehungen zwischen den Tabellen (einschließlich der zentralen Scanmain-Tabelle) zu verdeutlichen.</a:t>
            </a:r>
          </a:p>
        </p:txBody>
      </p:sp>
    </p:spTree>
    <p:extLst>
      <p:ext uri="{BB962C8B-B14F-4D97-AF65-F5344CB8AC3E}">
        <p14:creationId xmlns:p14="http://schemas.microsoft.com/office/powerpoint/2010/main" val="1170296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Screenshot, Text enthält.&#10;&#10;KI-generierte Inhalte können fehlerhaft sein.">
            <a:extLst>
              <a:ext uri="{FF2B5EF4-FFF2-40B4-BE49-F238E27FC236}">
                <a16:creationId xmlns:a16="http://schemas.microsoft.com/office/drawing/2014/main" id="{25F881DD-5EC4-01F4-798F-1C5F2A98E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5810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461974-7CF8-432E-9D53-48BFCB237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117664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de-DE" sz="3600" dirty="0">
                <a:solidFill>
                  <a:schemeClr val="accent2">
                    <a:lumMod val="75000"/>
                  </a:schemeClr>
                </a:solidFill>
              </a:rPr>
              <a:t>Ziele für den nächsten Sprint: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CB62DD-B91C-6E25-9738-13B6FD455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/>
              <a:t>Backlog abarbeiten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Die Verbindung von Datenbank und Scanner </a:t>
            </a:r>
            <a:r>
              <a:rPr lang="de-DE" dirty="0" err="1"/>
              <a:t>app</a:t>
            </a:r>
            <a:r>
              <a:rPr lang="de-DE" dirty="0"/>
              <a:t> in form von API Endpoints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Finalisierung der Recherche zu Technologien welche für die Reporterstellung nötig sind</a:t>
            </a:r>
          </a:p>
          <a:p>
            <a:pPr lvl="1">
              <a:lnSpc>
                <a:spcPct val="150000"/>
              </a:lnSpc>
            </a:pPr>
            <a:endParaRPr lang="de-DE" dirty="0"/>
          </a:p>
          <a:p>
            <a:pPr marL="0" indent="0">
              <a:lnSpc>
                <a:spcPct val="150000"/>
              </a:lnSpc>
              <a:buNone/>
            </a:pPr>
            <a:r>
              <a:rPr lang="de-DE" dirty="0"/>
              <a:t>Anfangen mit der Implementierung der Technologien zur Report Erstellung Beginn einer Vollständigen Anwendung</a:t>
            </a:r>
          </a:p>
        </p:txBody>
      </p:sp>
    </p:spTree>
    <p:extLst>
      <p:ext uri="{BB962C8B-B14F-4D97-AF65-F5344CB8AC3E}">
        <p14:creationId xmlns:p14="http://schemas.microsoft.com/office/powerpoint/2010/main" val="3895960645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sstreife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Kondensstreifen</Template>
  <TotalTime>0</TotalTime>
  <Words>307</Words>
  <Application>Microsoft Office PowerPoint</Application>
  <PresentationFormat>Breitbild</PresentationFormat>
  <Paragraphs>23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Kondensstreifen</vt:lpstr>
      <vt:lpstr>websecscan  </vt:lpstr>
      <vt:lpstr>Sprint-Ziele :</vt:lpstr>
      <vt:lpstr>Fortschritt im Sprint :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Ziele für den nächsten Sprint: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siham zidoun</dc:creator>
  <cp:lastModifiedBy>Raphael Birkhölzer</cp:lastModifiedBy>
  <cp:revision>4</cp:revision>
  <dcterms:created xsi:type="dcterms:W3CDTF">2025-08-24T19:38:35Z</dcterms:created>
  <dcterms:modified xsi:type="dcterms:W3CDTF">2025-08-28T11:57:28Z</dcterms:modified>
</cp:coreProperties>
</file>