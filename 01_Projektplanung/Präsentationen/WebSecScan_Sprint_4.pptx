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78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09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70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36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94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49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1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75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15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02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519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464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20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31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434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836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69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1B2DD-56BD-4246-98AE-ED5A0A16E227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B257F-A6AD-4A1B-A4F4-B9A1FB790DC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618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3bqJm2NWRPawfLaz0ytgPV/secunet?node-id=3103-1270&amp;p=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5CE4CD6-F808-D673-8F6E-57C9210B7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3"/>
            <a:ext cx="6858000" cy="2302933"/>
          </a:xfrm>
        </p:spPr>
        <p:txBody>
          <a:bodyPr>
            <a:normAutofit/>
          </a:bodyPr>
          <a:lstStyle/>
          <a:p>
            <a:pPr algn="ctr"/>
            <a:r>
              <a:rPr lang="de-DE" sz="8000" dirty="0">
                <a:solidFill>
                  <a:schemeClr val="bg2"/>
                </a:solidFill>
              </a:rPr>
              <a:t>Websecscan</a:t>
            </a:r>
            <a:br>
              <a:rPr lang="de-DE" dirty="0">
                <a:solidFill>
                  <a:schemeClr val="accent4"/>
                </a:solidFill>
              </a:rPr>
            </a:br>
            <a:endParaRPr lang="en-GB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02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360DE-F783-69F5-A46E-CBA2C0A3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Erweiterung des CVE-Analyse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CA9258-F52A-726D-20DE-DF88FE2B1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Das erweiterte WebSecScan-System bietet nun eine </a:t>
            </a:r>
            <a:r>
              <a:rPr lang="de-DE" b="1" dirty="0"/>
              <a:t>umfassende Schwachstellenanalyse</a:t>
            </a:r>
            <a:r>
              <a:rPr lang="de-DE" dirty="0"/>
              <a:t> durch:</a:t>
            </a:r>
          </a:p>
          <a:p>
            <a:r>
              <a:rPr lang="de-DE" b="1" dirty="0"/>
              <a:t>CVSS + EPSS-Integration</a:t>
            </a:r>
            <a:r>
              <a:rPr lang="de-DE" dirty="0"/>
              <a:t> für vollständige Risikobewertung</a:t>
            </a:r>
          </a:p>
          <a:p>
            <a:r>
              <a:rPr lang="de-DE" b="1" dirty="0"/>
              <a:t>Automatische Service-Erkennung</a:t>
            </a:r>
            <a:r>
              <a:rPr lang="de-DE" dirty="0"/>
              <a:t> für präzise Scope-Definition</a:t>
            </a:r>
          </a:p>
          <a:p>
            <a:r>
              <a:rPr lang="de-DE" b="1" dirty="0"/>
              <a:t>Multi-Quellen-Abfrage</a:t>
            </a:r>
            <a:r>
              <a:rPr lang="de-DE" dirty="0"/>
              <a:t> für robuste Datenbeschaffung</a:t>
            </a:r>
          </a:p>
          <a:p>
            <a:r>
              <a:rPr lang="de-DE" b="1" dirty="0"/>
              <a:t>Erweiterte Datenmodellierung</a:t>
            </a:r>
            <a:r>
              <a:rPr lang="de-DE" dirty="0"/>
              <a:t> für zukünftige Features</a:t>
            </a:r>
          </a:p>
          <a:p>
            <a:r>
              <a:rPr lang="de-DE" b="1" dirty="0"/>
              <a:t>Das Ergebnis: </a:t>
            </a:r>
            <a:r>
              <a:rPr lang="de-DE" dirty="0"/>
              <a:t>Ein intelligentes System, das Sicherheitsteams bei der priorisierten Behandlung von kritischen Schwachstellen unterstützt und die Entscheidungsfindung durch datengestützte Analysen deutlich verbessert.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00935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61B42B-7982-3DA1-1BB0-132655D4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die </a:t>
            </a:r>
            <a:r>
              <a:rPr lang="en-GB" b="1" dirty="0"/>
              <a:t>Delta-Analys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A8108-33F8-F135-19F4-3324A0B1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Zwei Scans (ein neuer und ein alter für dieselbe Webseite) werden miteinander verglichen. Die Ergebnisse zeigen automatisch, welche Schwachstellen </a:t>
            </a:r>
            <a:r>
              <a:rPr lang="de-DE" b="1" dirty="0"/>
              <a:t>neu hinzugekommen („added“) oder entfernt („removed“) wurden</a:t>
            </a:r>
            <a:r>
              <a:rPr lang="de-DE" dirty="0"/>
              <a:t>, und diese Informationen werden in der </a:t>
            </a:r>
            <a:r>
              <a:rPr lang="de-DE" b="1" dirty="0"/>
              <a:t>Datenbank gespeichert</a:t>
            </a:r>
            <a:r>
              <a:rPr lang="de-DE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906723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3EEA-A08E-8479-741B-B4612718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2D229-1F35-A812-F352-B09768F4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Benutzerauthentifizierung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E75FF1-DDD5-674E-842F-797CEA592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wir ein </a:t>
            </a:r>
            <a:r>
              <a:rPr lang="de-DE" b="1" dirty="0"/>
              <a:t>Benutzerauthentifizierungssystem</a:t>
            </a:r>
            <a:r>
              <a:rPr lang="de-DE" dirty="0"/>
              <a:t> implementiert:</a:t>
            </a:r>
          </a:p>
          <a:p>
            <a:r>
              <a:rPr lang="de-DE" dirty="0"/>
              <a:t>Außerdem haben Benutzerregistrierung mit </a:t>
            </a:r>
            <a:r>
              <a:rPr lang="de-DE" b="1" dirty="0"/>
              <a:t>E-Mail-Adresse</a:t>
            </a:r>
            <a:endParaRPr lang="de-DE" dirty="0"/>
          </a:p>
          <a:p>
            <a:r>
              <a:rPr lang="de-DE" b="1" dirty="0"/>
              <a:t>Anmeldedaten werden gespeichert</a:t>
            </a:r>
            <a:endParaRPr lang="de-DE" dirty="0"/>
          </a:p>
          <a:p>
            <a:r>
              <a:rPr lang="de-DE" b="1" dirty="0"/>
              <a:t>Passwörter werden</a:t>
            </a:r>
            <a:r>
              <a:rPr lang="ar-SY" b="1" dirty="0"/>
              <a:t> </a:t>
            </a:r>
            <a:r>
              <a:rPr lang="de-DE" b="1" dirty="0" err="1"/>
              <a:t>gehasht</a:t>
            </a:r>
            <a:endParaRPr lang="de-DE" dirty="0"/>
          </a:p>
          <a:p>
            <a:r>
              <a:rPr lang="de-DE" dirty="0"/>
              <a:t>Es gibt eine </a:t>
            </a:r>
            <a:r>
              <a:rPr lang="de-DE" b="1" dirty="0"/>
              <a:t>E-Mail-Verifizierung</a:t>
            </a:r>
            <a:r>
              <a:rPr lang="de-DE" dirty="0"/>
              <a:t> zur Bestätigung des Kontos.</a:t>
            </a:r>
          </a:p>
          <a:p>
            <a:endParaRPr lang="de-D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497278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BB8760-009B-3437-623F-74BDF2A4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Umsetzung im Frontend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0748A5-0D9D-B10C-545B-00D8494C6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413339"/>
            <a:ext cx="84049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im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erstellt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https://www.figma.com/design/3bqJm2NWRPawfLaz0ytgPV/secunet?node-id=3103-1270&amp;p=f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Login-Formular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entwickelt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API-Endpoint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für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User-Authentifizierung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 Frontend implementiert</a:t>
            </a:r>
          </a:p>
        </p:txBody>
      </p:sp>
    </p:spTree>
    <p:extLst>
      <p:ext uri="{BB962C8B-B14F-4D97-AF65-F5344CB8AC3E}">
        <p14:creationId xmlns:p14="http://schemas.microsoft.com/office/powerpoint/2010/main" val="40699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AA750-9369-732B-CF75-6C269E27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/>
              <a:t>Sprint-Ziele: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6F1E1B-4620-7D93-7FAB-513E9D0DC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592324"/>
            <a:ext cx="8536632" cy="480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Neues </a:t>
            </a:r>
            <a:r>
              <a:rPr lang="en-US" altLang="en-US" sz="2000" b="1" dirty="0"/>
              <a:t>Tool</a:t>
            </a:r>
            <a:r>
              <a:rPr lang="en-US" altLang="en-US" sz="2000" dirty="0"/>
              <a:t> in </a:t>
            </a:r>
            <a:r>
              <a:rPr lang="en-US" altLang="en-US" sz="2000" b="1" dirty="0" err="1"/>
              <a:t>Datenbank</a:t>
            </a:r>
            <a:r>
              <a:rPr lang="en-US" altLang="en-US" sz="2000" b="1" dirty="0"/>
              <a:t> (DB)</a:t>
            </a:r>
            <a:r>
              <a:rPr lang="en-US" altLang="en-US" sz="2000" dirty="0"/>
              <a:t>, </a:t>
            </a:r>
            <a:r>
              <a:rPr lang="en-US" altLang="en-US" sz="2000" b="1" dirty="0"/>
              <a:t>EUVD</a:t>
            </a:r>
            <a:r>
              <a:rPr lang="en-US" altLang="en-US" sz="2000" dirty="0"/>
              <a:t> und </a:t>
            </a:r>
            <a:r>
              <a:rPr lang="en-US" altLang="en-US" sz="2000" b="1" dirty="0"/>
              <a:t>Scan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einfügen</a:t>
            </a:r>
            <a:endParaRPr lang="en-US" alt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b="1" dirty="0" err="1"/>
              <a:t>Auswahl</a:t>
            </a:r>
            <a:r>
              <a:rPr lang="en-US" altLang="en-US" sz="2000" b="1" dirty="0"/>
              <a:t> der Tools</a:t>
            </a:r>
            <a:r>
              <a:rPr lang="en-US" altLang="en-US" sz="2000" dirty="0"/>
              <a:t>, die am Scan </a:t>
            </a:r>
            <a:r>
              <a:rPr lang="en-US" altLang="en-US" sz="2000" dirty="0" err="1"/>
              <a:t>beteiligt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sind</a:t>
            </a:r>
            <a:endParaRPr lang="en-US" alt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b="1" dirty="0"/>
              <a:t>Frontend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fertigstellen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Delta-scan </a:t>
            </a:r>
            <a:r>
              <a:rPr lang="en-US" altLang="en-US" sz="2000" dirty="0" err="1"/>
              <a:t>erweiteren</a:t>
            </a:r>
            <a:r>
              <a:rPr lang="en-US" altLang="en-US" sz="2000" dirty="0"/>
              <a:t> und </a:t>
            </a:r>
            <a:r>
              <a:rPr lang="de-DE" sz="2000" dirty="0">
                <a:solidFill>
                  <a:schemeClr val="tx1">
                    <a:lumMod val="95000"/>
                  </a:schemeClr>
                </a:solidFill>
              </a:rPr>
              <a:t> im </a:t>
            </a:r>
            <a:r>
              <a:rPr lang="de-DE" sz="2000" dirty="0" err="1">
                <a:solidFill>
                  <a:schemeClr val="tx1">
                    <a:lumMod val="95000"/>
                  </a:schemeClr>
                </a:solidFill>
              </a:rPr>
              <a:t>figma</a:t>
            </a:r>
            <a:r>
              <a:rPr lang="de-DE" sz="2000" dirty="0">
                <a:solidFill>
                  <a:schemeClr val="tx1">
                    <a:lumMod val="95000"/>
                  </a:schemeClr>
                </a:solidFill>
              </a:rPr>
              <a:t> implementieren 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/>
              <a:t>Testing und documentation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i="1" dirty="0"/>
              <a:t>(Falls nicht </a:t>
            </a:r>
            <a:r>
              <a:rPr lang="en-US" altLang="en-US" sz="2000" i="1" dirty="0" err="1"/>
              <a:t>abgeschlossen</a:t>
            </a:r>
            <a:r>
              <a:rPr lang="en-US" altLang="en-US" sz="2000" i="1" dirty="0"/>
              <a:t>:)</a:t>
            </a:r>
            <a:r>
              <a:rPr lang="en-US" altLang="en-US" sz="2000" dirty="0"/>
              <a:t> </a:t>
            </a:r>
            <a:r>
              <a:rPr lang="en-US" altLang="en-US" sz="2000" b="1" dirty="0" err="1"/>
              <a:t>Benutzer-Authentifizierung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im</a:t>
            </a:r>
            <a:r>
              <a:rPr lang="en-US" altLang="en-US" sz="2000" dirty="0"/>
              <a:t> Frontend </a:t>
            </a:r>
            <a:r>
              <a:rPr lang="en-US" altLang="en-US" sz="2000" dirty="0" err="1"/>
              <a:t>fertigstellen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dirty="0" err="1"/>
              <a:t>Vorbereitung</a:t>
            </a:r>
            <a:r>
              <a:rPr lang="en-US" altLang="en-US" sz="2000" dirty="0"/>
              <a:t> für </a:t>
            </a:r>
            <a:r>
              <a:rPr lang="en-US" altLang="en-US" sz="2000" dirty="0" err="1"/>
              <a:t>show&amp;tell</a:t>
            </a:r>
            <a:endParaRPr lang="en-US" alt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7016703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D40647-0BB8-2FE1-0A4D-595AD74E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292" y="2414079"/>
            <a:ext cx="9905999" cy="3541714"/>
          </a:xfrm>
        </p:spPr>
        <p:txBody>
          <a:bodyPr/>
          <a:lstStyle/>
          <a:p>
            <a:r>
              <a:rPr lang="de-DE" b="1" dirty="0"/>
              <a:t>Sprint Ende:</a:t>
            </a:r>
            <a:r>
              <a:rPr lang="de-DE" dirty="0"/>
              <a:t> 11.12 oder 18.12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063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Schaltkreis</Template>
  <TotalTime>0</TotalTime>
  <Words>227</Words>
  <Application>Microsoft Office PowerPoint</Application>
  <PresentationFormat>Breitbild</PresentationFormat>
  <Paragraphs>38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Tw Cen MT</vt:lpstr>
      <vt:lpstr>Schaltkreis</vt:lpstr>
      <vt:lpstr>Websecscan </vt:lpstr>
      <vt:lpstr>Erweiterung des CVE-Analyse Systems</vt:lpstr>
      <vt:lpstr>die Delta-Analys</vt:lpstr>
      <vt:lpstr>Benutzerauthentifizierung</vt:lpstr>
      <vt:lpstr> Umsetzung im Frontend</vt:lpstr>
      <vt:lpstr> Sprint-Ziele: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Adib Bukaai</dc:creator>
  <cp:lastModifiedBy>Mohammad Adib Bukaai</cp:lastModifiedBy>
  <cp:revision>2</cp:revision>
  <dcterms:created xsi:type="dcterms:W3CDTF">2025-11-05T23:24:31Z</dcterms:created>
  <dcterms:modified xsi:type="dcterms:W3CDTF">2025-11-06T12:51:12Z</dcterms:modified>
</cp:coreProperties>
</file>