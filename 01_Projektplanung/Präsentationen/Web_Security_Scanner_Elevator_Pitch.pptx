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72928"/>
    <a:srgbClr val="6A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63D65-B4FE-40BF-841A-491B4DE083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4F65F-CC84-4817-92E9-C371A974D9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56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7B131-A9DE-430E-8DB2-493CC1E2B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5" y="1122363"/>
            <a:ext cx="11463259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17B2C1-CDC2-40C7-8F7C-9C989AD25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5" y="3602038"/>
            <a:ext cx="1146325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F5E7C2-8A3A-48D2-AB33-24A70E3C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3FF9-16DE-4CB6-A1E8-BBA62C0B9CB0}" type="datetime1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19D6A3-0D2A-4C8B-9343-D6AA5854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628FB4-7093-41E2-8797-0579F162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406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D9A45-4BCC-40CA-9AA3-73F4E7EA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5790DD-17C3-4182-A3A2-0595F3F2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AC3830-4D90-41C6-866A-FEC7BEA3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DEF41-5286-480B-A9C9-85A46735BF6B}" type="datetime1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E56A9B-A61B-4893-AFC3-064D62C6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2E4712-685F-4393-9B4A-526AEE74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713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A88D9-A0D7-41D1-A57A-7D68D248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5" y="1709738"/>
            <a:ext cx="11463259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50D816-9CD4-4E7F-AB0A-A31B5FC1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5" y="4589463"/>
            <a:ext cx="1146325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7A2209-2A40-45A8-AB79-095AE67C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D5859-D1A5-4DDB-AE0D-851F663F5D9A}" type="datetime1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7C9E4E-0C1D-4C54-827F-7EC4D420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EE8465-15AC-4F3A-A787-45465D25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77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9CB40-9ADC-4C86-A16E-E5C090FF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626510-E078-4BDD-9840-D007D961F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5" y="1825625"/>
            <a:ext cx="5638805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B1B224-990F-4919-BBA8-7D79FAC0E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70665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C024D-9D40-49F9-B9A7-DB7AB743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A797C-ACEF-4FE3-9C59-06FB4F1FE700}" type="datetime1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CFCD04-0B19-4E3D-920C-443E31A5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EE15A0-9CE0-4D1E-9749-603B422F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48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DC570-AD3F-45FF-9A1C-5D4F4EEE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5" y="598516"/>
            <a:ext cx="11430010" cy="109217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114A08-2D6E-410D-858E-38A3FB22C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5" y="1681163"/>
            <a:ext cx="5616581" cy="823912"/>
          </a:xfrm>
        </p:spPr>
        <p:txBody>
          <a:bodyPr anchor="b"/>
          <a:lstStyle>
            <a:lvl1pPr marL="0" indent="0">
              <a:buNone/>
              <a:defRPr sz="2400" b="0">
                <a:latin typeface="Univers LT Std 55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39F-62E0-4966-9CD0-B8F11F91B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995" y="2505075"/>
            <a:ext cx="561658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E89175-388D-468A-9E6D-0ACEF8C2F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638805" cy="823912"/>
          </a:xfrm>
        </p:spPr>
        <p:txBody>
          <a:bodyPr anchor="b"/>
          <a:lstStyle>
            <a:lvl1pPr marL="0" indent="0">
              <a:buNone/>
              <a:defRPr sz="2400" b="0">
                <a:latin typeface="Univers LT Std 55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A041BA3-F9E2-4C65-B961-FCAD8A9E6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638805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35FA963-819A-4155-A089-75E86B63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26F8-92F4-498A-97DC-E691C206CA5B}" type="datetime1">
              <a:rPr lang="de-DE" smtClean="0"/>
              <a:t>30.12.2025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D4099F2-BA2E-4D65-9365-8051FAB1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05C6C16-63DB-485D-AACB-C64B3D16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5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A28E4-9813-4625-988E-43F484BFB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961B5B-E1D6-4B90-87C6-86059A88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FF43F-A08D-4270-92BE-C3E9DC732CC6}" type="datetime1">
              <a:rPr lang="de-DE" smtClean="0"/>
              <a:t>30.12.2025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35B7B2-EE3D-4FB7-9D40-D41FFCF5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5CEFD8-5229-45A6-9FCC-CF403AB0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615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542696-2927-4A0C-A14E-F7E6EE13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3CAB-C84E-44FB-8F76-EB41BA06CA8A}" type="datetime1">
              <a:rPr lang="de-DE" smtClean="0"/>
              <a:t>30.12.2025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1B43B0-A514-465C-950A-ACC3F8E7B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431B25-E05F-4139-A34D-0EB112ED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89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CC933-7DF8-4CA2-8824-60E8E1D7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5" y="623454"/>
            <a:ext cx="4391031" cy="14339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C645B2-2EF6-45EC-A212-0FA4EDBDB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66106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B42A05-A579-4F22-B978-E75BF6E62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995" y="2057400"/>
            <a:ext cx="439103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F8A380-16D4-43BC-905C-664E4CB5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E771-60D8-42C4-88B2-36505157F984}" type="datetime1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BD11BF-8301-4605-A6D8-FB228308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A93D4E-D108-4D8F-8B93-6C75C65F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35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C026F-D6A0-4D06-AF2E-E08DADA0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5" y="623454"/>
            <a:ext cx="4391031" cy="14339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C78E892-17EB-45DC-905D-B0AC956CD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66106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A9DFA9-6185-406F-BF0B-4B33ED307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995" y="2057400"/>
            <a:ext cx="439103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E25537-76A9-4238-8D11-2EBF9757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CD3-5D20-4F99-A013-2EC360BE2A53}" type="datetime1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8123CB-FE45-44DC-B7C4-5D5CBE05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93305A-2731-4DD6-9FA8-21ACABC8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77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66DE8C-7975-4AB7-83F0-FDFDD2D5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FAB4B5-B393-449F-9C8D-7CA04D51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08231C-1A56-4D39-AE1A-4003A263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EDDF2-E6AE-42EF-B182-6C343171347B}" type="datetime1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718662-1439-4FBF-BB48-65236A65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Your Name - Westfälische Hochschule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61C1B8-58A3-46A1-93D4-6769AF99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34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C6307F-0C53-4EDE-A450-954AF539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35" y="622591"/>
            <a:ext cx="11493730" cy="10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361786-8EBB-4F1C-921F-4E9EE76AC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135" y="1825625"/>
            <a:ext cx="114937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33C2A5-5900-4777-9FD9-C7732835A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0995" y="64810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nivers LT Std 45 Light" panose="020B0403020202020204" pitchFamily="34" charset="0"/>
              </a:defRPr>
            </a:lvl1pPr>
          </a:lstStyle>
          <a:p>
            <a:fld id="{8DF6A3A9-CBFE-45A5-9D48-8873B9D2A5EE}" type="datetime1">
              <a:rPr lang="de-DE" smtClean="0"/>
              <a:t>30.12.2025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93EBA8-9592-4720-9647-AF600D1F8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55226" y="64810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nivers LT Std 45 Light" panose="020B0403020202020204" pitchFamily="34" charset="0"/>
              </a:defRPr>
            </a:lvl1pPr>
          </a:lstStyle>
          <a:p>
            <a:r>
              <a:rPr lang="de-DE"/>
              <a:t>© Your Name - Westfälische Hochschule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2C6745-B6EA-4518-B9A9-ED254F60A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1054" y="64810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nivers LT Std 45 Light" panose="020B0403020202020204" pitchFamily="34" charset="0"/>
              </a:defRPr>
            </a:lvl1pPr>
          </a:lstStyle>
          <a:p>
            <a:fld id="{A8C4C516-3C01-4FA6-A0E3-9403B18A6BF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B2167FA-59DB-4D26-826E-2742C69DB4BC}"/>
              </a:ext>
            </a:extLst>
          </p:cNvPr>
          <p:cNvSpPr/>
          <p:nvPr userDrawn="1"/>
        </p:nvSpPr>
        <p:spPr>
          <a:xfrm>
            <a:off x="0" y="569711"/>
            <a:ext cx="12193200" cy="52880"/>
          </a:xfrm>
          <a:prstGeom prst="rect">
            <a:avLst/>
          </a:prstGeom>
          <a:solidFill>
            <a:srgbClr val="6AA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DA39798-101E-3134-CB88-402892F27C52}"/>
              </a:ext>
            </a:extLst>
          </p:cNvPr>
          <p:cNvSpPr/>
          <p:nvPr userDrawn="1"/>
        </p:nvSpPr>
        <p:spPr>
          <a:xfrm>
            <a:off x="0" y="0"/>
            <a:ext cx="12192000" cy="569711"/>
          </a:xfrm>
          <a:prstGeom prst="rect">
            <a:avLst/>
          </a:prstGeom>
          <a:solidFill>
            <a:srgbClr val="2729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B1EF274-1D9F-9C2B-781A-48B7F75E2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38"/>
          <a:stretch/>
        </p:blipFill>
        <p:spPr>
          <a:xfrm>
            <a:off x="10113111" y="28393"/>
            <a:ext cx="704487" cy="47271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7AABA7A-4785-848A-AEB5-4C9BFB5B556B}"/>
              </a:ext>
            </a:extLst>
          </p:cNvPr>
          <p:cNvSpPr txBox="1"/>
          <p:nvPr userDrawn="1"/>
        </p:nvSpPr>
        <p:spPr>
          <a:xfrm>
            <a:off x="349135" y="-12247"/>
            <a:ext cx="31255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Show &amp; Tell 2026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sz="1200" dirty="0">
                <a:solidFill>
                  <a:schemeClr val="bg1"/>
                </a:solidFill>
              </a:rPr>
              <a:t>Fachbereich Informatik und Kommunikation</a:t>
            </a: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3D89A1-E2B4-6CB4-42AE-3F7B738DF5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5398"/>
                    </a14:imgEffect>
                    <a14:imgEffect>
                      <a14:saturation sat="136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527"/>
          <a:stretch/>
        </p:blipFill>
        <p:spPr>
          <a:xfrm>
            <a:off x="10745728" y="62693"/>
            <a:ext cx="1100221" cy="47271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89923A2-7775-455D-8015-49D4F1FB269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638"/>
          <a:stretch/>
        </p:blipFill>
        <p:spPr>
          <a:xfrm>
            <a:off x="8312944" y="46805"/>
            <a:ext cx="1415840" cy="50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>
              <a:lumMod val="65000"/>
            </a:schemeClr>
          </a:solidFill>
          <a:latin typeface="Univers LT Std 55" panose="020B06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6AAB25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nivers LT Std 45 Light" panose="020B04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AAB25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nivers LT Std 45 Light" panose="020B04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AAB2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nivers LT Std 45 Light" panose="020B04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AAB25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Univers LT Std 45 Light" panose="020B04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AAB25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Univers LT Std 45 Light" panose="020B04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4FFD4-E211-4E11-9F51-79E6D7B7D6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Web Security Scanner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C7A3827-444F-46B0-8257-9D58D9445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Das Entdecken von Sicherheitslücken einfach gemacht</a:t>
            </a:r>
          </a:p>
        </p:txBody>
      </p:sp>
    </p:spTree>
    <p:extLst>
      <p:ext uri="{BB962C8B-B14F-4D97-AF65-F5344CB8AC3E}">
        <p14:creationId xmlns:p14="http://schemas.microsoft.com/office/powerpoint/2010/main" val="198333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B65C0F-E50A-7FBE-4A87-100102C0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Schwachstellen finden und Überwachen! Alles in einem!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F4331F-25E2-743F-0B34-7DD7BB837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Schwachstellen aufspüren: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95FA005-B0AD-287F-1FF7-84788E4F4D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Fünf verschiedene Schwachstellen-Scanner überprüfen die Webseite </a:t>
            </a:r>
          </a:p>
          <a:p>
            <a:r>
              <a:rPr lang="de-DE" dirty="0"/>
              <a:t>Mit Hilfe der EUVD werden die Ergebnisse bewertet und erläutert</a:t>
            </a:r>
          </a:p>
          <a:p>
            <a:r>
              <a:rPr lang="de-DE" dirty="0"/>
              <a:t>Daraus entsteht ein Bericht, welcher die Schwachstellen benennt, erklärt und Lösungen vorschlägt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418A589-7772-8128-A71D-5D6540BC1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Verbesserungen visualisieren: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C193039-0DAF-2287-FDA1-263D00253C3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Die Berichte der Scans werden gespeichert und können wieder eingesehen werden</a:t>
            </a:r>
          </a:p>
          <a:p>
            <a:r>
              <a:rPr lang="de-DE" dirty="0"/>
              <a:t>Vergleich von zwei Berichten möglich, um so zu erkennen, wie sich die Sicherheit verbessert hat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4347DB0-77D2-2589-1481-369C9338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26F8-92F4-498A-97DC-E691C206CA5B}" type="datetime1">
              <a:rPr lang="de-DE" smtClean="0"/>
              <a:t>30.12.2025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6D5FD10-0A76-0C92-47CE-27FC54045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WebSecScan</a:t>
            </a:r>
            <a:r>
              <a:rPr lang="de-DE" dirty="0"/>
              <a:t> - Westfälische Hochschule 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1A96A01-168F-B06C-67E1-E6220CEA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159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6E602D-8F68-A267-E5CD-630CF35A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Team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FBA258-DEAD-1E21-C6CF-79D941D32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rgbClr val="000000"/>
                </a:solidFill>
              </a:rPr>
              <a:t>Aslim</a:t>
            </a:r>
            <a:r>
              <a:rPr lang="de-DE" sz="2400" dirty="0">
                <a:solidFill>
                  <a:srgbClr val="000000"/>
                </a:solidFill>
              </a:rPr>
              <a:t>, Amani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000000"/>
                </a:solidFill>
              </a:rPr>
              <a:t>Birkhölzer, Raphael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rgbClr val="000000"/>
                </a:solidFill>
              </a:rPr>
              <a:t>Bukaai</a:t>
            </a:r>
            <a:r>
              <a:rPr lang="de-DE" sz="2400" dirty="0">
                <a:solidFill>
                  <a:srgbClr val="000000"/>
                </a:solidFill>
              </a:rPr>
              <a:t>, Mohammad Adib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000000"/>
                </a:solidFill>
              </a:rPr>
              <a:t>Chandra </a:t>
            </a:r>
            <a:r>
              <a:rPr lang="de-DE" sz="2400" dirty="0" err="1">
                <a:solidFill>
                  <a:srgbClr val="000000"/>
                </a:solidFill>
              </a:rPr>
              <a:t>Babu</a:t>
            </a:r>
            <a:r>
              <a:rPr lang="de-DE" sz="2400" dirty="0">
                <a:solidFill>
                  <a:srgbClr val="000000"/>
                </a:solidFill>
              </a:rPr>
              <a:t>, </a:t>
            </a:r>
            <a:r>
              <a:rPr lang="de-DE" sz="2400" dirty="0" err="1">
                <a:solidFill>
                  <a:srgbClr val="000000"/>
                </a:solidFill>
              </a:rPr>
              <a:t>Ananthu</a:t>
            </a:r>
            <a:endParaRPr lang="de-DE" sz="24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000000"/>
                </a:solidFill>
              </a:rPr>
              <a:t>Ismail, Mohamed </a:t>
            </a:r>
            <a:r>
              <a:rPr lang="de-DE" sz="2400" dirty="0" err="1">
                <a:solidFill>
                  <a:srgbClr val="000000"/>
                </a:solidFill>
              </a:rPr>
              <a:t>Nasreldin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rgbClr val="000000"/>
                </a:solidFill>
              </a:rPr>
              <a:t>Zidoun</a:t>
            </a:r>
            <a:r>
              <a:rPr lang="de-DE" sz="2400" dirty="0">
                <a:solidFill>
                  <a:srgbClr val="000000"/>
                </a:solidFill>
              </a:rPr>
              <a:t>, Siham</a:t>
            </a:r>
          </a:p>
          <a:p>
            <a:r>
              <a:rPr lang="de-DE" sz="2400" dirty="0"/>
              <a:t>Betreut durch Prof. Urban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B4E562-CAEC-E9E9-D37A-417E9047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E771-60D8-42C4-88B2-36505157F984}" type="datetime1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1AC13A-B1FA-6CD8-424E-D962B090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WebSecScan</a:t>
            </a:r>
            <a:r>
              <a:rPr lang="de-DE" dirty="0"/>
              <a:t> - Westfälische Hochschule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4C22D6-43D9-B0AB-7AEE-A313EC8F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3</a:t>
            </a:fld>
            <a:endParaRPr lang="de-DE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672F37B-AC86-6F69-8235-58F5292AB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549" y="3579568"/>
            <a:ext cx="767252" cy="767252"/>
          </a:xfrm>
          <a:prstGeom prst="rect">
            <a:avLst/>
          </a:prstGeom>
        </p:spPr>
      </p:pic>
      <p:pic>
        <p:nvPicPr>
          <p:cNvPr id="12" name="Grafik 11" descr="Ein Bild, das Grafiken, Kreis, Symbol, Kunst enthält.&#10;&#10;KI-generierte Inhalte können fehlerhaft sein.">
            <a:extLst>
              <a:ext uri="{FF2B5EF4-FFF2-40B4-BE49-F238E27FC236}">
                <a16:creationId xmlns:a16="http://schemas.microsoft.com/office/drawing/2014/main" id="{00E184CB-3D03-C6A0-B8AD-ECCF0EDD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3036" y="2441605"/>
            <a:ext cx="838278" cy="743020"/>
          </a:xfrm>
          <a:prstGeom prst="rect">
            <a:avLst/>
          </a:prstGeom>
        </p:spPr>
      </p:pic>
      <p:pic>
        <p:nvPicPr>
          <p:cNvPr id="14" name="Grafik 13" descr="Ein Bild, das Clipart, Grafiken, Symbol, Design enthält.&#10;&#10;KI-generierte Inhalte können fehlerhaft sein.">
            <a:extLst>
              <a:ext uri="{FF2B5EF4-FFF2-40B4-BE49-F238E27FC236}">
                <a16:creationId xmlns:a16="http://schemas.microsoft.com/office/drawing/2014/main" id="{3A59E4B8-AD66-F0FA-74ED-CD51C88B3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136" y="4827581"/>
            <a:ext cx="843178" cy="86357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9FF5B4E9-2029-FAA4-99D4-F9ED85F85262}"/>
              </a:ext>
            </a:extLst>
          </p:cNvPr>
          <p:cNvSpPr txBox="1"/>
          <p:nvPr/>
        </p:nvSpPr>
        <p:spPr>
          <a:xfrm>
            <a:off x="4990875" y="1536174"/>
            <a:ext cx="522626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r>
              <a:rPr lang="de-DE" sz="2400" dirty="0"/>
              <a:t>Umgesetzt als </a:t>
            </a:r>
            <a:r>
              <a:rPr lang="de-DE" sz="2400" dirty="0" err="1"/>
              <a:t>Three</a:t>
            </a:r>
            <a:r>
              <a:rPr lang="de-DE" sz="2400" dirty="0"/>
              <a:t> Layer Applikation</a:t>
            </a:r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r>
              <a:rPr lang="de-DE" sz="2400" dirty="0"/>
              <a:t>Benutzerschnittstelle in React </a:t>
            </a:r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r>
              <a:rPr lang="de-DE" sz="2400" dirty="0"/>
              <a:t>Applikationslogik in Python </a:t>
            </a:r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285750" indent="-285750">
              <a:buClr>
                <a:srgbClr val="6AAB25"/>
              </a:buClr>
              <a:buFont typeface="Arial" panose="020B0604020202020204" pitchFamily="34" charset="0"/>
              <a:buChar char="•"/>
            </a:pPr>
            <a:r>
              <a:rPr lang="de-DE" sz="2400" dirty="0"/>
              <a:t>Daten werden in einer</a:t>
            </a:r>
            <a:br>
              <a:rPr lang="de-DE" sz="2400" dirty="0"/>
            </a:br>
            <a:r>
              <a:rPr lang="de-DE" sz="2400" dirty="0" err="1"/>
              <a:t>Postgress</a:t>
            </a:r>
            <a:r>
              <a:rPr lang="de-DE" sz="2400" dirty="0"/>
              <a:t> Datenbank gespeichert </a:t>
            </a:r>
          </a:p>
        </p:txBody>
      </p:sp>
    </p:spTree>
    <p:extLst>
      <p:ext uri="{BB962C8B-B14F-4D97-AF65-F5344CB8AC3E}">
        <p14:creationId xmlns:p14="http://schemas.microsoft.com/office/powerpoint/2010/main" val="390319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8D82B-77D6-45B6-8156-AD8C088A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91F7A8-AD01-42A1-884D-E9E175A06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/>
              <a:t>Mache </a:t>
            </a:r>
            <a:r>
              <a:rPr lang="de-DE" dirty="0"/>
              <a:t>das Internet zu </a:t>
            </a:r>
            <a:r>
              <a:rPr lang="de-DE"/>
              <a:t>einem Sicheren </a:t>
            </a:r>
            <a:r>
              <a:rPr lang="de-DE" dirty="0"/>
              <a:t>Ort </a:t>
            </a:r>
          </a:p>
          <a:p>
            <a:pPr marL="0" indent="0" algn="ctr">
              <a:buNone/>
            </a:pPr>
            <a:r>
              <a:rPr lang="de-DE" dirty="0"/>
              <a:t>indem deine Webseite Sicher ist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EEB093-125F-4264-B8FE-20502E33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DEF41-5286-480B-A9C9-85A46735BF6B}" type="datetime1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158A56-A9D7-4E5B-ACBF-D723A2DF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WebSecScan</a:t>
            </a:r>
            <a:r>
              <a:rPr lang="de-DE" dirty="0"/>
              <a:t> - Westfälische Hochschule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63DD25-0EF0-4DBC-BB08-2FB77853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C516-3C01-4FA6-A0E3-9403B18A6BF3}" type="slidenum">
              <a:rPr lang="de-DE" smtClean="0"/>
              <a:t>4</a:t>
            </a:fld>
            <a:endParaRPr lang="de-DE" dirty="0"/>
          </a:p>
        </p:txBody>
      </p:sp>
      <p:pic>
        <p:nvPicPr>
          <p:cNvPr id="8" name="Grafik 7" descr="Ein Bild, das Symbol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B65249E5-AAFA-CD4C-A840-6AD0C2333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0" y="3124173"/>
            <a:ext cx="1158340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3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Univers LT Std 55"/>
        <a:ea typeface=""/>
        <a:cs typeface=""/>
      </a:majorFont>
      <a:minorFont>
        <a:latin typeface="Univers LT Std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_Pitch_Folien.potx" id="{77DDDA3B-0CF2-43A9-957B-F5DA3E702689}" vid="{4AF1BFB3-504C-4060-8D6B-5C2A17C2054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ShowTell_Vorlage_Pitch_Folien(1)</Template>
  <TotalTime>0</TotalTime>
  <Words>162</Words>
  <Application>Microsoft Office PowerPoint</Application>
  <PresentationFormat>Breitbild</PresentationFormat>
  <Paragraphs>39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Univers LT Std 45 Light</vt:lpstr>
      <vt:lpstr>Univers LT Std 55</vt:lpstr>
      <vt:lpstr>Office</vt:lpstr>
      <vt:lpstr>Web Security Scanner</vt:lpstr>
      <vt:lpstr>Schwachstellen finden und Überwachen! Alles in einem!</vt:lpstr>
      <vt:lpstr>Das Team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Birkhölzer</dc:creator>
  <cp:lastModifiedBy>Raphael Birkhölzer</cp:lastModifiedBy>
  <cp:revision>4</cp:revision>
  <dcterms:created xsi:type="dcterms:W3CDTF">2025-12-15T08:46:21Z</dcterms:created>
  <dcterms:modified xsi:type="dcterms:W3CDTF">2025-12-30T10:11:02Z</dcterms:modified>
</cp:coreProperties>
</file>